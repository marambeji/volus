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863BFF"/>
                </a:solidFill>
              </a:defRPr>
            </a:pPr>
            <a:r>
              <a:t>NOVELUS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333333"/>
                </a:solidFill>
              </a:defRPr>
            </a:pPr>
            <a:r>
              <a:t>HR Portal Modernization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08080"/>
                </a:solidFill>
              </a:defRPr>
            </a:pPr>
            <a:r>
              <a:t>Leave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08080"/>
                </a:solidFill>
              </a:defRPr>
            </a:pPr>
            <a: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6400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Introduction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Problem Statement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Existing System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Proposed Solution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Functional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6. Technical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7. Added Value and Innovation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8. Accessibility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9. Performance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10. Demo and Video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11. GitHub Repository and LinkedIn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12.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Project: HR Leave Portal Modernization for Novelus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Goal: Replace legacy PowerApps system with modern web application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Timeline: Development completed August 2026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Technology: React 19, TypeScript, Vite, NestJS, PostgreSQL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Users: Employees, Managers, and HR Admins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Challenges with Current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DC3545"/>
                </a:solidFill>
              </a:defRPr>
            </a:pPr>
            <a:r>
              <a:t>Old PowerApps interface is difficult to use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DC3545"/>
                </a:solidFill>
              </a:defRPr>
            </a:pPr>
            <a:r>
              <a:t>Poor mobile device support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DC3545"/>
                </a:solidFill>
              </a:defRPr>
            </a:pPr>
            <a:r>
              <a:t>Manual balance tracking causes errors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DC3545"/>
                </a:solidFill>
              </a:defRPr>
            </a:pPr>
            <a:r>
              <a:t>No real-time updates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DC3545"/>
                </a:solidFill>
              </a:defRPr>
            </a:pPr>
            <a:r>
              <a:t>Limited reporting capabilities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DC3545"/>
                </a:solidFill>
              </a:defRPr>
            </a:pPr>
            <a:r>
              <a:t>Difficult to maintain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Existing System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Old PowerApps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URL: https://apps.powerapps.com/play/...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Platform: Microsoft PowerApps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Issues: Slow performance, complex navigation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Limitations: Basic features, no mobile optimization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Maintenance: Difficult to update and extend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Proposed Solution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New Novelus HR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28B22"/>
                </a:solidFill>
              </a:defRPr>
            </a:pPr>
            <a:r>
              <a:t>URL: https://hr.novelus.com/dev/lr/login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28B22"/>
                </a:solidFill>
              </a:defRPr>
            </a:pPr>
            <a:r>
              <a:t>Modern web application built from ground up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28B22"/>
                </a:solidFill>
              </a:defRPr>
            </a:pPr>
            <a:r>
              <a:t>Mobile-responsive design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28B22"/>
                </a:solidFill>
              </a:defRPr>
            </a:pPr>
            <a:r>
              <a:t>Automated workflows and balance tracking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28B22"/>
                </a:solidFill>
              </a:defRPr>
            </a:pPr>
            <a:r>
              <a:t>Real-time updates across system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228B22"/>
                </a:solidFill>
              </a:defRPr>
            </a:pPr>
            <a:r>
              <a:t>Advanced reporting and analytics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Before &amp; After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DC3545"/>
                </a:solidFill>
              </a:defRPr>
            </a:pPr>
            <a:r>
              <a:t>Old PowerApps Portal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✗ Slow, outdated interface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✗ Poor mobile support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✗ Manual balance tracking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✗ No real-time updates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✗ Basic reporting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✗ Hard to maintain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188720"/>
            <a:ext cx="45720" cy="5394960"/>
          </a:xfrm>
          <a:prstGeom prst="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887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28B22"/>
                </a:solidFill>
              </a:defRPr>
            </a:pPr>
            <a:r>
              <a:t>New Novelus HR Portal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Modern, fast interface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Mobile-first design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Automated balance tracking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Live updates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Advanced analytics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✓ Easy to maintain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Functional Requirements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Employee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View leave balances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Submit and track leave requests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Cancel pending or approved requests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View team calendar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Receive notifications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 personal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Manager &amp; HR Admin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Managers: Approve/reject requests, view team balances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Managers: Access team calendar and reports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HR Admins: Manage all employees and policies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HR Admins: Configure approval workflows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HR Admins: Adjust balances and run accruals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HR Admins: Access company-wide reports and audit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Technical Requirements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Frontend: React 19 with TypeScript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 Tool: Vite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Backend: NestJS (Node.js framework)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Database: PostgreSQL with TypeORM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API Documentation: Swagger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Testing: Vitest, Jest, React Testing Library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Authentication: Email-based login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Three-tier architecture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Frontend: Single-page application (SPA)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Backend: RESTful API with modular services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Database: Relational model with migrations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Scheduled jobs for automated tasks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Role-based access control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Complete audit logging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Added Value and Innovation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Key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Reduced administrative burden on HR staff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workflows eliminate manual processes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Improved accuracy in balance calculations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Better employee and manager experience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Data-driven insights from analytics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Scalable system for company growth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Accessibility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Device &amp; Browser Compatibility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Responsive design for all screen sizes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Mobile-optimized for phones and tablets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Desktop-optimized for full functionality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Compatible with Chrome, Firefox, Safari, Edge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 on Windows, macOS, Linux, iOS, Android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special software required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Performance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Performance &amp; Reliability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Optimized database queries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Efficient API design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Real-time updates without page refresh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Comprehensive error handling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Automated testing for reliability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Built for scalability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Demo and Video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Old PowerApps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Legacy system with complex interface</a:t>
            </a:r>
          </a:p>
        </p:txBody>
      </p:sp>
      <p:pic>
        <p:nvPicPr>
          <p:cNvPr id="6" name="Picture 5" descr="logi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New Novelus HR Portal -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Modern, clean login interface at https://hr.novelus.com/dev/lr/login</a:t>
            </a:r>
          </a:p>
        </p:txBody>
      </p:sp>
      <p:pic>
        <p:nvPicPr>
          <p:cNvPr id="6" name="Picture 5" descr="logi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New Portal -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Employee dashboard with balances and quick actions</a:t>
            </a:r>
          </a:p>
        </p:txBody>
      </p:sp>
      <p:pic>
        <p:nvPicPr>
          <p:cNvPr id="6" name="Picture 5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76809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GitHub Repository and LinkedIn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GitHub Repository: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[Insert GitHub URL]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LinkedIn: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[Insert LinkedIn Profile]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Documentation: Complete technical and business docs included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Code: Full source code with comments and tests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EDE6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Successfully developed modern HR leave management system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Replaces legacy PowerApps with user-friendly web application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Provides comprehensive features for all user roles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Built with modern, maintainable technology stack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Includes complete documentation and testing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Ready for deployment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6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User acceptance testing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Data migration from old system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User training sessions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Phased rollout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5. Production deployment</a:t>
            </a:r>
          </a:p>
          <a:p>
            <a:pPr>
              <a:spcBef>
                <a:spcPts val="1000"/>
              </a:spcBef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6. Ongoing support and improvements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2011680"/>
          </a:xfrm>
          <a:prstGeom prst="rect">
            <a:avLst/>
          </a:prstGeom>
          <a:solidFill>
            <a:srgbClr val="EDE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863B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HR Portal Modernization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