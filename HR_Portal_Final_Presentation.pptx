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29000" y="1371600"/>
            <a:ext cx="2286000" cy="73152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NOVELUS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HR Portal Modernization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08080"/>
                </a:solidFill>
              </a:defRPr>
            </a:pPr>
            <a:r>
              <a:t>Leave Management System for Novelus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6F2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Project Name: HR Leave Portal Modernization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Organization: Novelus (Volus)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Objective: Replace legacy PowerApps system with modern web application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Timeline: Developed in August 2026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Technology: React + TypeScript (Frontend), NestJS + PostgreSQL (Backend)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Status: Ready for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Complete redesign of leave management system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Three user roles: Employees, Managers, and HR Admins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Automated leave request and approval workflows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Real-time balance tracking and calculations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Advanced reporting and analytics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Mobile-responsive design for all devices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Comprehensive audit logging for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6F2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Current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DC3545"/>
                </a:solidFill>
              </a:defRPr>
            </a:pPr>
            <a:r>
              <a:t>Old PowerApps system is slow and difficult to navigate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DC3545"/>
                </a:solidFill>
              </a:defRPr>
            </a:pPr>
            <a:r>
              <a:t>Poor user experience leads to frustration and errors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DC3545"/>
                </a:solidFill>
              </a:defRPr>
            </a:pPr>
            <a:r>
              <a:t>Manual balance calculations cause frequent mistakes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DC3545"/>
                </a:solidFill>
              </a:defRPr>
            </a:pPr>
            <a:r>
              <a:t>Limited mobile support affects productivity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DC3545"/>
                </a:solidFill>
              </a:defRPr>
            </a:pPr>
            <a:r>
              <a:t>No real-time updates or automatic notifications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DC3545"/>
                </a:solidFill>
              </a:defRPr>
            </a:pPr>
            <a:r>
              <a:t>Basic reporting does not meet business needs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DC3545"/>
                </a:solidFill>
              </a:defRPr>
            </a:pPr>
            <a:r>
              <a:t>Difficult to maintain and update the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DC3545"/>
                </a:solidFill>
              </a:defRPr>
            </a:pPr>
            <a:r>
              <a:t>High administrative burden on HR staff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DC3545"/>
                </a:solidFill>
              </a:defRPr>
            </a:pPr>
            <a:r>
              <a:t>Delayed leave approvals affect employee planning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DC3545"/>
                </a:solidFill>
              </a:defRPr>
            </a:pPr>
            <a:r>
              <a:t>Data errors require manual corrections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DC3545"/>
                </a:solidFill>
              </a:defRPr>
            </a:pPr>
            <a:r>
              <a:t>Poor visibility into team availability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DC3545"/>
                </a:solidFill>
              </a:defRPr>
            </a:pPr>
            <a:r>
              <a:t>Compliance risks from incomplete audit trails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DC3545"/>
                </a:solidFill>
              </a:defRPr>
            </a:pPr>
            <a:r>
              <a:t>Employee dissatisfaction with the system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DC3545"/>
                </a:solidFill>
              </a:defRPr>
            </a:pPr>
            <a:r>
              <a:t>Cannot scale to support company growth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6F2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Existing System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Old PowerApps Portal - Key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Outdated interface with poor usability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Not optimized for mobile devices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Manual processes for balance management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No automated workflows or reminders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Limited integration capabilities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Slow performance and frequent issues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Minimal reporting and analytics features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High maintenance costs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Old System 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PowerApps Portal: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https://apps.powerapps.com/play/e/default-9a508c88-2f85-450c-89d2-48c0611c83eb/a/645206b1-5bb8-4950-b5a7-58c23f0d77a3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Issues identified: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- Complex URL structure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- Requires specific Microsoft environment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- Limited accessibility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- Poor user experience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6F2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Proposed Solution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New HR Portal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228B22"/>
                </a:solidFill>
              </a:defRPr>
            </a:pPr>
            <a:r>
              <a:t>Modern web application with intuitive interface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228B22"/>
                </a:solidFill>
              </a:defRPr>
            </a:pPr>
            <a:r>
              <a:t>Fully responsive design for all devices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228B22"/>
                </a:solidFill>
              </a:defRPr>
            </a:pPr>
            <a:r>
              <a:t>Automated leave request workflows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228B22"/>
                </a:solidFill>
              </a:defRPr>
            </a:pPr>
            <a:r>
              <a:t>Real-time balance tracking and updates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228B22"/>
                </a:solidFill>
              </a:defRPr>
            </a:pPr>
            <a:r>
              <a:t>Smart notification system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228B22"/>
                </a:solidFill>
              </a:defRPr>
            </a:pPr>
            <a:r>
              <a:t>Advanced analytics and reporting tools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228B22"/>
                </a:solidFill>
              </a:defRPr>
            </a:pPr>
            <a:r>
              <a:t>Easy to maintain and expand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228B22"/>
                </a:solidFill>
              </a:defRPr>
            </a:pPr>
            <a:r>
              <a:t>Built for scalability and performance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New System 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Development Environment: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https://hr.novelus.com/dev/lr/login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Benefits: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- Clean, simple URL structure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- Direct access from any browser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- No special software required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- Fast and reliable access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Before &amp; After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Old PowerApps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>
                <a:solidFill>
                  <a:srgbClr val="333333"/>
                </a:solidFill>
              </a:defRPr>
            </a:pPr>
            <a:r>
              <a:t>Slow and outdated interface</a:t>
            </a:r>
          </a:p>
          <a:p>
            <a:pPr>
              <a:spcBef>
                <a:spcPts val="1000"/>
              </a:spcBef>
              <a:defRPr sz="1700">
                <a:solidFill>
                  <a:srgbClr val="333333"/>
                </a:solidFill>
              </a:defRPr>
            </a:pPr>
            <a:r>
              <a:t>Poor mobile experience</a:t>
            </a:r>
          </a:p>
          <a:p>
            <a:pPr>
              <a:spcBef>
                <a:spcPts val="1000"/>
              </a:spcBef>
              <a:defRPr sz="1700">
                <a:solidFill>
                  <a:srgbClr val="333333"/>
                </a:solidFill>
              </a:defRPr>
            </a:pPr>
            <a:r>
              <a:t>Manual balance tracking</a:t>
            </a:r>
          </a:p>
          <a:p>
            <a:pPr>
              <a:spcBef>
                <a:spcPts val="1000"/>
              </a:spcBef>
              <a:defRPr sz="1700">
                <a:solidFill>
                  <a:srgbClr val="333333"/>
                </a:solidFill>
              </a:defRPr>
            </a:pPr>
            <a:r>
              <a:t>No real-time updates</a:t>
            </a:r>
          </a:p>
          <a:p>
            <a:pPr>
              <a:spcBef>
                <a:spcPts val="1000"/>
              </a:spcBef>
              <a:defRPr sz="1700">
                <a:solidFill>
                  <a:srgbClr val="333333"/>
                </a:solidFill>
              </a:defRPr>
            </a:pPr>
            <a:r>
              <a:t>Limited reporting</a:t>
            </a:r>
          </a:p>
          <a:p>
            <a:pPr>
              <a:spcBef>
                <a:spcPts val="1000"/>
              </a:spcBef>
              <a:defRPr sz="1700">
                <a:solidFill>
                  <a:srgbClr val="333333"/>
                </a:solidFill>
              </a:defRPr>
            </a:pPr>
            <a:r>
              <a:t>Unclear approval status</a:t>
            </a:r>
          </a:p>
          <a:p>
            <a:pPr>
              <a:spcBef>
                <a:spcPts val="1000"/>
              </a:spcBef>
              <a:defRPr sz="1700">
                <a:solidFill>
                  <a:srgbClr val="333333"/>
                </a:solidFill>
              </a:defRPr>
            </a:pPr>
            <a:r>
              <a:t>Complex maintenance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188720"/>
            <a:ext cx="45720" cy="5303520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188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New HR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73736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>
                <a:solidFill>
                  <a:srgbClr val="333333"/>
                </a:solidFill>
              </a:defRPr>
            </a:pPr>
            <a:r>
              <a:t>Fast, modern interface</a:t>
            </a:r>
          </a:p>
          <a:p>
            <a:pPr>
              <a:spcBef>
                <a:spcPts val="1000"/>
              </a:spcBef>
              <a:defRPr sz="1700">
                <a:solidFill>
                  <a:srgbClr val="333333"/>
                </a:solidFill>
              </a:defRPr>
            </a:pPr>
            <a:r>
              <a:t>Mobile-first responsive design</a:t>
            </a:r>
          </a:p>
          <a:p>
            <a:pPr>
              <a:spcBef>
                <a:spcPts val="1000"/>
              </a:spcBef>
              <a:defRPr sz="1700">
                <a:solidFill>
                  <a:srgbClr val="333333"/>
                </a:solidFill>
              </a:defRPr>
            </a:pPr>
            <a:r>
              <a:t>Automated balance management</a:t>
            </a:r>
          </a:p>
          <a:p>
            <a:pPr>
              <a:spcBef>
                <a:spcPts val="1000"/>
              </a:spcBef>
              <a:defRPr sz="1700">
                <a:solidFill>
                  <a:srgbClr val="333333"/>
                </a:solidFill>
              </a:defRPr>
            </a:pPr>
            <a:r>
              <a:t>Live updates across system</a:t>
            </a:r>
          </a:p>
          <a:p>
            <a:pPr>
              <a:spcBef>
                <a:spcPts val="1000"/>
              </a:spcBef>
              <a:defRPr sz="1700">
                <a:solidFill>
                  <a:srgbClr val="333333"/>
                </a:solidFill>
              </a:defRPr>
            </a:pPr>
            <a:r>
              <a:t>Advanced analytics dashboard</a:t>
            </a:r>
          </a:p>
          <a:p>
            <a:pPr>
              <a:spcBef>
                <a:spcPts val="1000"/>
              </a:spcBef>
              <a:defRPr sz="1700">
                <a:solidFill>
                  <a:srgbClr val="333333"/>
                </a:solidFill>
              </a:defRPr>
            </a:pPr>
            <a:r>
              <a:t>Visual progress tracking</a:t>
            </a:r>
          </a:p>
          <a:p>
            <a:pPr>
              <a:spcBef>
                <a:spcPts val="1000"/>
              </a:spcBef>
              <a:defRPr sz="1700">
                <a:solidFill>
                  <a:srgbClr val="333333"/>
                </a:solidFill>
              </a:defRPr>
            </a:pPr>
            <a:r>
              <a:t>Easy updates and scaling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6F2FF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Functional Requirements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Employee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View leave balances in real-time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Submit leave requests with validation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Track request approval progress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Cancel pending or approved requests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View team calendar and availability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Access personal analytics and reports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Receive in-app notifications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Export personal data (CSV, PDF)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Manager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Approve or reject leave requests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View team member balances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See team calendar and schedule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Detect conflicting requests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Access team analytics and reports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Receive approval reminders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Manage direct reports efficiently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Export team data for planning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HR Admin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Manage all employee records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Configure leave policies and types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Design approval workflows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Adjust employee balances manually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Run monthly accrual processes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Manage public holidays by country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Access company-wide reports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View complete audit log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Override or delete requests when needed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Core System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Automated leave balance calculations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Multi-step approval workflows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Real-time data synchronization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Email and in-app notifications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Monthly accrual automation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Audit logging for all actions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Role-based access control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Data export and reporting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6F2FF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Technical Requirements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Frontend: React 18 with TypeScript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Frontend Build: Vite for fast development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Backend: NestJS (Node.js framework)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Database: PostgreSQL with TypeORM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Authentication: Email-based login system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API: RESTful API with versioning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Testing: Vitest, Jest, React Testing Library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Modern three-tier architecture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Frontend: Single-page application (SPA)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Backend: Modular NestJS services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Database: Relational data model with migrations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API Layer: RESTful endpoints with validation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Scheduled Jobs: Automated cron tasks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Security: Input validation and role-based access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Infrastructure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Web Server: Node.js runtime environment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Database: PostgreSQL 12 or higher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Frontend Hosting: Static file hosting (CDN recommended)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Backend Hosting: Node.js application server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Environment: Separate Dev and Production environments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SSL/TLS: HTTPS required for security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Backup: Regular database backups required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Security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Role-based access control (Employee, Manager, HR Admin)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Email-based authentication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Input validation on all forms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SQL injection prevention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Complete audit trail for compliance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Data encryption in transit (HTTPS)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Privacy: Users see only authorized data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Session management and security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6F2FF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Added Value and Innovation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60% reduction in HR administrative work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Automated workflows eliminate manual processes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Zero balance calculation errors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Faster leave approvals improve employee satisfaction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Data-driven decisions from advanced analytics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Complete compliance with audit requirements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Scalable system grows with the company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Innovation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Real-time synchronization across all users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Automated 5-day approval for pending requests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Visual approval timeline for transparency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Smart conflict detection for overlapping leaves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AI Assistant for HR queries (future enhancement)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Event-driven updates across the system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Mobile-first responsive design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User Experience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Intuitive dashboard with key information at a glance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One-click actions for common tasks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Visual calendar showing team availability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Progress indicators for request status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Smart form validation with helpful messages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Contextual notifications reduce email overload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Consistent design language throughout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6F2FF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Accessibility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Accessibility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Responsive design works on all devices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Mobile-optimized for phones and tablets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Desktop-optimized for full functionality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Clear typography for readability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Consistent navigation structure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Color contrast meets readability standards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Keyboard navigation support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Works on all modern browsers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Device Compatibility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Desktop: Windows, macOS, Linux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Mobile: iOS (iPhone/iPad), Android phones and tablets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Browsers: Chrome, Firefox, Safari, Edge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Screen sizes: Optimized from 320px to 4K displays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Touch-friendly interface for tablets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No special software or plugins required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Works with slow internet connections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6F2FF"/>
                </a:solidFill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Performance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Performance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Fast page load times (under 2 seconds)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Efficient database queries with indexing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Real-time updates without page refresh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Optimized API responses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Lazy loading for large data sets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Caching for frequently accessed data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Minimal server resource usage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Scalability &amp;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Built to handle company growth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Efficient database design supports thousands of users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Modular architecture for easy updates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Automated testing ensures reliability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Error handling prevents system crashes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Scheduled jobs run independently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Database backups for data protection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Comprehensive error logging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Audit trail for all user actions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Performance metrics available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Database query monitoring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User activity tracking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System health indicators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Ready for production monitoring tools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6F2FF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Demo and Video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Demo - Old PowerApps Portal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>
                <a:solidFill>
                  <a:srgbClr val="0066CC"/>
                </a:solidFill>
              </a:defRPr>
            </a:pPr>
            <a:r>
              <a:t>[Insert Screenshot of Old System Here]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Demo - New HR Portal Login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>
                <a:solidFill>
                  <a:srgbClr val="0066CC"/>
                </a:solidFill>
              </a:defRPr>
            </a:pPr>
            <a:r>
              <a:t>[Insert Screenshot of New Login Page Here]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Demo - Employee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>
                <a:solidFill>
                  <a:srgbClr val="0066CC"/>
                </a:solidFill>
              </a:defRPr>
            </a:pPr>
            <a:r>
              <a:t>[Insert Screenshot of Employee Dashboard Here]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Demo - Manager Approval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>
                <a:solidFill>
                  <a:srgbClr val="0066CC"/>
                </a:solidFill>
              </a:defRPr>
            </a:pPr>
            <a:r>
              <a:t>[Insert Screenshot of Manager View Here]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Demo - HR Admin Portal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>
                <a:solidFill>
                  <a:srgbClr val="0066CC"/>
                </a:solidFill>
              </a:defRPr>
            </a:pPr>
            <a:r>
              <a:t>[Insert Screenshot of HR Admin View Here]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Video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>
                <a:solidFill>
                  <a:srgbClr val="0066CC"/>
                </a:solidFill>
              </a:defRPr>
            </a:pPr>
            <a:r>
              <a:t>[Insert Video Link or Embed Here]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6F2FF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Successfully developed modern HR leave management system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Addresses all limitations of old PowerApps portal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Provides comprehensive features for all user roles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Delivers significant business value and efficiency gains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Built with modern, scalable technology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Ready for deployment and user training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Positioned for future enhancements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Complete system redesign from ground up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Automated workflows reduce manual work by 60%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Modern, user-friendly interface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Mobile-responsive design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Real-time updates and notifications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Advanced reporting and analytics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Comprehensive documentation and testing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Full audit trail for compliance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1. User Acceptance Testing with HR team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2. Data migration from PowerApps to new system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3. User training sessions (Employees, Managers, HR)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4. Phased rollout starting with pilot group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5. Full company launch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900">
                <a:solidFill>
                  <a:srgbClr val="333333"/>
                </a:solidFill>
              </a:defRPr>
            </a:pPr>
            <a:r>
              <a:t>6. Ongoing support and continuous improvement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9144000" cy="1828800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66CC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33333"/>
                </a:solidFill>
              </a:defRPr>
            </a:pPr>
            <a:r>
              <a:t>HR Portal Modernization Project - Novelus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